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TERRACC CATALOGUE  |  CONFIDENTIAL - AUTHORISED SYSTEM INTEGRATORS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00D4FF"/>
                </a:solidFill>
              </a:defRPr>
            </a:pPr>
            <a:r>
              <a:t>ENTERPRISE PRODUCT SPECIFICATION  |  AUTONOMOUS AI &amp; SWARMS</a:t>
            </a:r>
          </a:p>
          <a:p>
            <a:pPr>
              <a:spcAft>
                <a:spcPts val="600"/>
              </a:spcAft>
              <a:defRPr sz="4600" b="1">
                <a:solidFill>
                  <a:srgbClr val="FFFFFF"/>
                </a:solidFill>
              </a:defRPr>
            </a:pPr>
            <a:r>
              <a:t>TerraCC</a:t>
            </a:r>
          </a:p>
          <a:p>
            <a:pPr>
              <a:spcAft>
                <a:spcPts val="1200"/>
              </a:spcAft>
              <a:defRPr sz="1900" b="1">
                <a:solidFill>
                  <a:srgbClr val="F5C842"/>
                </a:solidFill>
              </a:defRPr>
            </a:pPr>
            <a:r>
              <a:t>Autonomous Command Center &amp; Multi-Agent Swarm Operations Glass Cockpit</a:t>
            </a:r>
          </a:p>
          <a:p>
            <a:pPr>
              <a:spcAft>
                <a:spcPts val="1200"/>
              </a:spcAft>
              <a:defRPr sz="1400">
                <a:solidFill>
                  <a:srgbClr val="C8D8F0"/>
                </a:solidFill>
              </a:defRPr>
            </a:pPr>
            <a:r>
              <a:t>Industrial Protocol: WebSockets / WSS    |    Domain Architecture: Terrestrial Deterministic Edge Core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Autonomous Command Center &amp; Multi-Agent Swarm Operations Glass Cockpit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SWARM AUTONOMY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Level 4 Multi-Agent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CLOSED-LOOP DISPATCH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Sub-15ms Swarm Actuation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FLEET CONCURRENCY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10,000+ Autonomous Nodes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FAIL-SAFE INTERLOCK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Deterministic E-Stop &amp; Override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TERRACC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Core Functional Deliverables &amp; Architectural Pillars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TERRACC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01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Autonomous Multi-Agent Swarm Orchestration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Coordinates cooperative AI agent swarms across distributed plants, substations, and utilities. Automatically negotiates dynamic power dispatch, compressor loading, and cross-facility resource balancing in real time with zero human latency.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02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Bimodal Human-Swarm Glass Cockpit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Unifies live operational telemetry feeds with real-time autonomous agent decision rationales, confidence scores, and proposed action trajectories on an ISA-110 compliant high-performance spatial canvas.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03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Autonomous Closed-Loop Dispatch &amp; Setpoint Actuation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Translates high-level enterprise production and decarbonization objectives into micro-actuation setpoints across thousands of PLCs, DCS controllers, and edge RTUs with sub-15ms deterministic synchronization.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6908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04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Cross-Plant Incident Containment &amp; Dynamic Escalation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Instantly detects cross-unit cascade risks (grid frequency sags, steam header pressure drops, cooling water deficits). Autonomously triggers protective load shedding, reroutes process feeds, and executes emergency interlocks.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TERRACC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Field-Validated Operational Use Cases &amp; Quantifiable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TERRACC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01568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AUTONOMOUS GRID BALANCING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Fleet-Wide Autonomous Renewable Dispatch &amp; Frequency Response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Autonomously coordinates 15 geographically distributed utility-scale solar parks, wind farms, and battery storage systems (BESS); balances 4.2 GW grid injection against real-time sub-second frequency deviations without human dispatch delay.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645920"/>
            <a:ext cx="3401568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CROSS-PLANT AUTONOMOUS INTERLOCKS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Refinery &amp; Power Island: Cross-Facility Utility Redistribution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When a main boiler feed pump trips on Power Unit 3, TerraCC autonomously evaluates live steam header capacities, sheds non-essential process heaters, and reroutes high-pressure steam across adjacent chemical units within 220 milliseconds.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645920"/>
            <a:ext cx="3401568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AUTONOMOUS ROBOTICS &amp; INSPECTION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Autonomous Robotic Crawler &amp; Drone Swarm Patrol Dispatch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Fuses stationary CCTV cameras with mobile autonomous inspection crawlers and aerial drones; autonomously dispatches inspection bots to exact coordinate waypoints upon acoustic leak detection or thermal hotspot alerts.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TERRACC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Competitive Advantage: Terrestrial Platform vs. Legacy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TERRACC CATALOGUE  |  CONFIDENTIAL - AUTHORISED SYSTEM INTEGRATORS ONLY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502920"/>
          </a:xfrm>
          <a:prstGeom prst="rect">
            <a:avLst/>
          </a:prstGeom>
          <a:solidFill>
            <a:srgbClr val="280F14"/>
          </a:solidFill>
          <a:ln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5555"/>
                </a:solidFill>
              </a:defRPr>
            </a:pPr>
            <a:r>
              <a:t>TRADITIONAL LEGACY SCADA / SILOED 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212080" cy="502920"/>
          </a:xfrm>
          <a:prstGeom prst="rect">
            <a:avLst/>
          </a:prstGeom>
          <a:solidFill>
            <a:srgbClr val="0A2D3C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00D4FF"/>
                </a:solidFill>
              </a:defRPr>
            </a:pPr>
            <a:r>
              <a:t>TERRACC TERRESTRIAL PLATFORM ADVANTAGE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Dozens of disjointed SCADA screens, flashing alarms, and cluttered text tables causing operator cognitive overload.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24028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Unified bimodal glass cockpit seamlessly fusing live process telemetry with autonomous agent rationales and predictive trajectories.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Manual phone calls, radios, and delayed paperwork to coordinate inter-plant utility transfers during trips.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29184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Sub-15ms autonomous closed-loop supervisory dispatch executing micro-setpoint adjustments across thousands of controllers.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4340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Floods of 2,000+ unranked alarms per minute during unit trips, forcing operators to guess initiating root causes.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34340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Autonomous causal graph correlation groups secondary alarms into single actionable incidents with instant automated resolution steps.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9496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Rigid desktop client software requiring expensive dedicated workstations with no mobile collaboration.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39496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High-performance web-native vector glass cockpit accessible securely on 8K MicroLED video walls, control consoles, and field tablets.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TERRACC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End-to-End System Architecture &amp; Real-Time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TERRACC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01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Fleet-Wide Distributed Ingestion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Direct multi-site telemetry acquisition aggregating thousands of PLCs, DCS controllers, RTUs, smart meters, robotic agents, and multi-spectral CCTV feeds.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02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Deterministic Swarm Telemetry Bus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High-velocity bidirectional telemetry bus, lossless payload compression, dynamic jitter smoothing, and sub-15ms multi-site synchronization fabric.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03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Autonomous Multi-Agent Decision Engine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Cooperative multi-agent swarm consensus, dynamic cross-plant load balancing, predictive setpoint trajectory optimization, and causal incident correlation.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04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Bimodal Glass Cockpit &amp; Closed-Loop Actuation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8K MicroLED operational video wall, automated supervisory dispatch, ISA-110 emergency operations canvas, and deterministic IEC 62443 fail-safe override.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TERRACC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System Integrator Deployment Playbook &amp; Commercial Enablement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TERRACC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01568" cy="32004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PHASE 01 | CONNECTIVITY &amp; AUDIT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Zero Rip-and-Replace Onboarding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Deploy edge container onto existing industrial PC or VM. Connect to plant DCS/PLCs via WebSockets / WSS. Ingest and normalize all telemetry in under 48 hours without halting production.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645920"/>
            <a:ext cx="3401568" cy="32004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PHASE 02 | TWIN CALIBRATION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Physics-Model Synchronization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Feed historical historian data into TerraCC models. Automatically build directed causal relationship graphs, calibrate thermodynamics/kinematics, and train edge neural operators.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645920"/>
            <a:ext cx="3401568" cy="32004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PHASE 03 | AUTONOMOUS GO-LIVE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Closed-Loop Setpoint Actuation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Transition from advisory warnings to sub-25ms supervisory actuation. Sync alarm suppressions with plant operators and link work orders into SAP/ERP for verifiable recurring ROI.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10698480" cy="1188720"/>
          </a:xfrm>
          <a:prstGeom prst="roundRect">
            <a:avLst/>
          </a:prstGeom>
          <a:solidFill>
            <a:srgbClr val="0C1C34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COMMERCIAL VALUE PROPOSITION FOR SYSTEM INTEGRATORS (TERRACC)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High recurring annual software margins (ARR)  |  Turnkey deployment in days, not months  |  Full co-selling &amp; pre-sales engineering support  |  Certified partner portal at platform.tpcloud.tech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