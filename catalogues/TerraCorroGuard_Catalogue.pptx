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TERRACORROGUARD CATALOGUE  |  CONFIDENTIAL - AUTHORISED SYSTEM INTEGRATORS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0D4FF"/>
                </a:solidFill>
              </a:defRPr>
            </a:pPr>
            <a:r>
              <a:t>ENTERPRISE PRODUCT SPECIFICATION  |  GRIDS &amp; UTILITIES</a:t>
            </a:r>
          </a:p>
          <a:p>
            <a:pPr>
              <a:spcAft>
                <a:spcPts val="600"/>
              </a:spcAft>
              <a:defRPr sz="4600" b="1">
                <a:solidFill>
                  <a:srgbClr val="FFFFFF"/>
                </a:solidFill>
              </a:defRPr>
            </a:pPr>
            <a:r>
              <a:t>TerraCorroGuard</a:t>
            </a:r>
          </a:p>
          <a:p>
            <a:pPr>
              <a:spcAft>
                <a:spcPts val="1200"/>
              </a:spcAft>
              <a:defRPr sz="1900" b="1">
                <a:solidFill>
                  <a:srgbClr val="F5C842"/>
                </a:solidFill>
              </a:defRPr>
            </a:pPr>
            <a:r>
              <a:t>Cathodic Protection (CP) &amp; Electrochemical Corrosion Telemetry Platform</a:t>
            </a:r>
          </a:p>
          <a:p>
            <a:pPr>
              <a:spcAft>
                <a:spcPts val="1200"/>
              </a:spcAft>
              <a:defRPr sz="1400">
                <a:solidFill>
                  <a:srgbClr val="C8D8F0"/>
                </a:solidFill>
              </a:defRPr>
            </a:pPr>
            <a:r>
              <a:t>Industrial Protocol: NACE SP0169 / ISO 15589-1    |    Domain Architecture: Terrestrial Deterministic Edge Core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Cathodic Protection (CP) &amp; Electrochemical Corrosion Telemetry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CORROSION RATE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mils/year Real-Time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ER / LPR SENSORS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Dual-Channel Probes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CATHODIC POTENTIAL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-850mV CSE Nominal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ASSET LIFESPAN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+35% Extended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TERRACORROGUARD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Core Functional Deliverables &amp; Architectural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TERRACORROGUARD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01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PSP &amp; Instant-Off Telemetry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Automated pipe-to-soil potential logging and transformer rectifier (TR) tracking via satellite/cellular.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02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AC/DC Interference Mitigation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Rapid identification of AC induced currents from overhead power lines and stray DC currents.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03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NACE Compliance Analytics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Automated polarization audit logs and sacrificial anode consumption tracking adhering to NACE SP0169.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04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GIS Route Mapping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Visualizes color-coded cathodic protection status directly on high-resolution GIS maps.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TERRACORROGUARD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Field-Validated Operational Use Cases &amp; Quantifiable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TERRACORROGUARD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PRODUCTIVITY &amp; ASSET LIFESPAN EXTENSION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Productivity &amp; Asset Lifespan Extension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Extends buried cross-country pipeline lifespans by decades and prevents environmental spills through continuous cathodic protection monitoring.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REDUCED MANPOWER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Reduced Manpower (PSP &amp; Instant-Off Telemetry)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Automated pipe-to-soil potential logging and transformer rectifier (TR) tracking eliminates manual survey trips.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QA &amp; SAFETY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QA &amp; Safety (Interference Mitigation)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Rapid identification of AC induced currents from overhead power lines and stray DC mitigation.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TERRACORROGUARD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Competitive Advantage: Terrestrial Platform vs. Legacy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TERRACORROGUARD CATALOGUE  |  CONFIDENTIAL - AUTHORISED SYSTEM INTEGRATORS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502920"/>
          </a:xfrm>
          <a:prstGeom prst="rect">
            <a:avLst/>
          </a:prstGeom>
          <a:solidFill>
            <a:srgbClr val="280F14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5555"/>
                </a:solidFill>
              </a:defRPr>
            </a:pPr>
            <a:r>
              <a:t>TRADITIONAL LEGACY SCADA / SILOED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12080" cy="502920"/>
          </a:xfrm>
          <a:prstGeom prst="rect">
            <a:avLst/>
          </a:prstGeom>
          <a:solidFill>
            <a:srgbClr val="0A2D3C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0D4FF"/>
                </a:solidFill>
              </a:defRPr>
            </a:pPr>
            <a:r>
              <a:t>TERRACORROGUARD TERRESTRIAL PLATFORM ADVANTAGE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CP technicians spend months driving along thousands of kilometers of rough terrain to manually measure test coupons.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4028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Automated remote test posts transmitting synchronized PSP readings daily over satellite or cellular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Manual voltage readings contain IR drop errors, giving false confidence in pipeline protection.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9184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Synchronized GPS current interruption measuring true polarized instant-off potentials with zero IR error.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Stray AC currents from parallel high-voltage transmission lines go unnoticed until pipe walls perforate.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4340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High-speed AC voltage and current density logging with automated mitigation switchgear triggers.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Static high/low threshold alarms trigger only after physical process degradation has occurred.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539496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TerraCorroGuard physics-informed models forecast multi-variable trajectories up to 72 hours in advance.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TERRACORROGUARD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End-to-End System Architecture &amp; Real-Time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TERRACORROGUARD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01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Cathodic Protection Ingestion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Distributed acquisition from cathodic protection (CP) rectifiers, electrical resistance (ER) corrosion probes, and ultrasonic wall thickness sensors.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02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Georeferenced Pipeline Stream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Low-power telemetry buffering, GPS-synchronized pipe-to-soil potential sampling, and high-impedance polarization curve buffering.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03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Electrochemical Corrosion AI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Dynamic soil resistivity modeling, localized pitting corrosion rate estimation, coupon polarization decay analysis, and remaining pipeline life forecasting.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04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Rectifier &amp; GIS Cockpit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Closed-loop cathodic rectifier voltage adjustments, automated pipeline dig verification work orders, and ANSI/ISA-101 GIS corrosion dashboards.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TERRACORROGUARD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System Integrator Deployment Playbook &amp; Commercial Enablement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TERRACORROGUARD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01 | CONNECTIVITY &amp; AUDIT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Zero Rip-and-Replace Onboarding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Deploy edge container onto existing industrial PC or VM. Connect to plant DCS/PLCs via NACE SP0169 / ISO 15589-1. Ingest and normalize all telemetry in under 48 hours without halting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02 | TWIN CALIBRATION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Physics-Model Synchronization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Feed historical historian data into TerraCorroGuard models. Automatically build directed causal relationship graphs, calibrate thermodynamics/kinematics, and train edge neural operators.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03 | AUTONOMOUS GO-LIVE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Closed-Loop Setpoint Actuation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Transition from advisory warnings to sub-25ms supervisory actuation. Sync alarm suppressions with plant operators and link work orders into SAP/ERP for verifiable recurring ROI.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698480" cy="1188720"/>
          </a:xfrm>
          <a:prstGeom prst="roundRect">
            <a:avLst/>
          </a:prstGeom>
          <a:solidFill>
            <a:srgbClr val="0C1C34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COMMERCIAL VALUE PROPOSITION FOR SYSTEM INTEGRATORS (TERRACORROGUARD)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High recurring annual software margins (ARR)  |  Turnkey deployment in days, not months  |  Full co-selling &amp; pre-sales engineering support  |  Certified partner portal at platform.tpcloud.tech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