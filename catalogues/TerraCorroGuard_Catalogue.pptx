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TerraCorroGuard - Enterprise Product Specification</a:t>
            </a:r>
          </a:p>
          <a:p>
            <a:r>
              <a:t>Tagline: Cathodic Protection (CP) &amp; Electrochemical Corrosion Telemetry Platform</a:t>
            </a:r>
          </a:p>
          <a:p/>
          <a:p>
            <a:r>
              <a:t>Outcome Quote:</a:t>
            </a:r>
          </a:p>
          <a:p>
            <a:r>
              <a:t>“Cathodic protection and corrosion telemetry — automating instant-off PSP surveys and extending pipeline lifespans by decades.” (— THE OUTCOME-BASED REVOLUTION)</a:t>
            </a:r>
          </a:p>
          <a:p/>
          <a:p>
            <a:r>
              <a:t>Executive Overview:</a:t>
            </a:r>
          </a:p>
          <a:p>
            <a:r>
              <a:t>TerraCorroGuard provides comprehensive remote monitoring of buried pipelines and critical structural assets to prevent electrochemical metal corrosion. It automates Pipe-to-Soil Potential (PSP) logging, synchronous GPS instant-off surveys, transformer rectifier (TR) tracking, and AC/DC stray current interference mitigation.</a:t>
            </a:r>
          </a:p>
          <a:p/>
          <a:p>
            <a:r>
              <a:t>Key Telemetry Metrics:</a:t>
            </a:r>
          </a:p>
          <a:p>
            <a:r>
              <a:t>- CORROSION RATE:: mils/year Real-Time</a:t>
            </a:r>
          </a:p>
          <a:p>
            <a:r>
              <a:t>- ER / LPR SENSORS:: Dual-Channel Probes</a:t>
            </a:r>
          </a:p>
          <a:p>
            <a:r>
              <a:t>- CATHODIC POTENTIAL:: -850mV CSE Nominal</a:t>
            </a:r>
          </a:p>
          <a:p>
            <a:r>
              <a:t>- ASSET LIFESPAN:: +35% Extended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TerraCorroGuard - ANSI/ISA-101 Verified Operational Interface</a:t>
            </a:r>
          </a:p>
          <a:p>
            <a:r>
              <a:t>Representation: TerraCorroGuard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terra_corroguard_showcase.jpg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TerraCorroGuard Will Do:</a:t>
            </a:r>
          </a:p>
          <a:p>
            <a:r>
              <a:t>[1] PSP &amp; Instant-Off Telemetry:</a:t>
            </a:r>
          </a:p>
          <a:p>
            <a:r>
              <a:t>Automated pipe-to-soil potential logging and transformer rectifier (TR) tracking via satellite/cellular.</a:t>
            </a:r>
          </a:p>
          <a:p/>
          <a:p>
            <a:r>
              <a:t>[2] AC/DC Interference Mitigation:</a:t>
            </a:r>
          </a:p>
          <a:p>
            <a:r>
              <a:t>Rapid identification of AC induced currents from overhead power lines and stray DC currents.</a:t>
            </a:r>
          </a:p>
          <a:p/>
          <a:p>
            <a:r>
              <a:t>[3] NACE Compliance Analytics:</a:t>
            </a:r>
          </a:p>
          <a:p>
            <a:r>
              <a:t>Automated polarization audit logs and sacrificial anode consumption tracking adhering to NACE SP0169.</a:t>
            </a:r>
          </a:p>
          <a:p/>
          <a:p>
            <a:r>
              <a:t>[4] GIS Route Mapping:</a:t>
            </a:r>
          </a:p>
          <a:p>
            <a:r>
              <a:t>Visualizes color-coded cathodic protection status directly on high-resolution GIS 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TerraCorroGuard - Operational Use Cases &amp; Field Impact:</a:t>
            </a:r>
          </a:p>
          <a:p>
            <a:r>
              <a:t>[Productivity &amp; Asset Lifespan Extension] Productivity &amp; Asset Lifespan Extension:</a:t>
            </a:r>
          </a:p>
          <a:p>
            <a:r>
              <a:t>Extends buried cross-country pipeline lifespans by decades and prevents environmental spills through continuous cathodic protection monitoring.</a:t>
            </a:r>
          </a:p>
          <a:p/>
          <a:p>
            <a:r>
              <a:t>[Reduced Manpower] Reduced Manpower (PSP &amp; Instant-Off Telemetry):</a:t>
            </a:r>
          </a:p>
          <a:p>
            <a:r>
              <a:t>Automated pipe-to-soil potential logging and transformer rectifier (TR) tracking eliminates manual survey trips.</a:t>
            </a:r>
          </a:p>
          <a:p/>
          <a:p>
            <a:r>
              <a:t>[QA &amp; Safety] QA &amp; Safety (Interference Mitigation):</a:t>
            </a:r>
          </a:p>
          <a:p>
            <a:r>
              <a:t>Rapid identification of AC induced currents from overhead power lines and stray DC mitigation.</a:t>
            </a:r>
          </a:p>
          <a:p/>
          <a:p>
            <a:r>
              <a:t>[Compliance] Compliance (NACE Compliance Analytics):</a:t>
            </a:r>
          </a:p>
          <a:p>
            <a:r>
              <a:t>Automated polarization audit logs and sacrificial anode consumption tracking conforming to NACE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TerraCorroGuard - Architectural Contrast (Legacy SCADA vs Terrestrial Platform):</a:t>
            </a:r>
          </a:p>
          <a:p>
            <a:r>
              <a:t>LEGACY:</a:t>
            </a:r>
          </a:p>
          <a:p>
            <a:r>
              <a:t>CP technicians spend months driving along thousands of kilometers of rough terrain to manually measure test coupons.</a:t>
            </a:r>
          </a:p>
          <a:p/>
          <a:p>
            <a:r>
              <a:t>TERRESTRIAL ADVANTAGE:</a:t>
            </a:r>
          </a:p>
          <a:p>
            <a:r>
              <a:t>Automated remote test posts transmitting synchronized PSP readings daily over satellite or cellular networks.</a:t>
            </a:r>
          </a:p>
          <a:p/>
          <a:p>
            <a:r>
              <a:t>LEGACY:</a:t>
            </a:r>
          </a:p>
          <a:p>
            <a:r>
              <a:t>Manual voltage readings contain IR drop errors, giving false confidence in pipeline protection.</a:t>
            </a:r>
          </a:p>
          <a:p/>
          <a:p>
            <a:r>
              <a:t>TERRESTRIAL ADVANTAGE:</a:t>
            </a:r>
          </a:p>
          <a:p>
            <a:r>
              <a:t>Synchronized GPS current interruption measuring true polarized instant-off potentials with zero IR error.</a:t>
            </a:r>
          </a:p>
          <a:p/>
          <a:p>
            <a:r>
              <a:t>LEGACY:</a:t>
            </a:r>
          </a:p>
          <a:p>
            <a:r>
              <a:t>Stray AC currents from parallel high-voltage transmission lines go unnoticed until pipe walls perforate.</a:t>
            </a:r>
          </a:p>
          <a:p/>
          <a:p>
            <a:r>
              <a:t>TERRESTRIAL ADVANTAGE:</a:t>
            </a:r>
          </a:p>
          <a:p>
            <a:r>
              <a:t>High-speed AC voltage and current density logging with automated mitigation switchgear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TerraCorroGuard - End-to-End System Diagram &amp; Data Pipeline:</a:t>
            </a:r>
          </a:p>
          <a:p/>
          <a:p>
            <a:r>
              <a:t>Layer 01: Cathodic Protection Ingestion</a:t>
            </a:r>
          </a:p>
          <a:p>
            <a:r>
              <a:t>Distributed acquisition from cathodic protection (CP) rectifiers, electrical resistance (ER) corrosion probes, and ultrasonic wall thickness sensors.</a:t>
            </a:r>
          </a:p>
          <a:p>
            <a:r>
              <a:t>Protocols: NACE SP0169 / ISO 15589-1, Cellular / Satellite IoT, Modbus over Radio</a:t>
            </a:r>
          </a:p>
          <a:p/>
          <a:p>
            <a:r>
              <a:t>Layer 02: Georeferenced Pipeline Stream</a:t>
            </a:r>
          </a:p>
          <a:p>
            <a:r>
              <a:t>Low-power telemetry buffering, GPS-synchronized pipe-to-soil potential sampling, and high-impedance polarization curve buffering.</a:t>
            </a:r>
          </a:p>
          <a:p>
            <a:r>
              <a:t>Protocols: Georeferenced Stream, Pipe-to-Soil Potential Bus, Low-Power Buffer</a:t>
            </a:r>
          </a:p>
          <a:p/>
          <a:p>
            <a:r>
              <a:t>Layer 03: Electrochemical Corrosion AI</a:t>
            </a:r>
          </a:p>
          <a:p>
            <a:r>
              <a:t>Dynamic soil resistivity modeling, localized pitting corrosion rate estimation, coupon polarization decay analysis, and remaining pipeline life forecasting.</a:t>
            </a:r>
          </a:p>
          <a:p>
            <a:r>
              <a:t>Protocols: Electrochemical AI, Pitting Risk Model, Pipeline RUL Forecasting</a:t>
            </a:r>
          </a:p>
          <a:p/>
          <a:p>
            <a:r>
              <a:t>Layer 04: Rectifier &amp; GIS Cockpit</a:t>
            </a:r>
          </a:p>
          <a:p>
            <a:r>
              <a:t>Closed-loop cathodic rectifier voltage adjustments, automated pipeline dig verification work orders, and ANSI/ISA-101 GIS corrosion dashboards.</a:t>
            </a:r>
          </a:p>
          <a:p>
            <a:r>
              <a:t>Protocols: Rectifier Voltage Control, Pipeline Dig Work Orders, ISA-101 GIS Cockpit</a:t>
            </a:r>
          </a:p>
          <a:p/>
          <a:p>
            <a:r>
              <a:t>Pipeline Flow:</a:t>
            </a:r>
          </a:p>
          <a:p>
            <a:r>
              <a:t>DATA PIPELINE FLOW: CP Rectifier &amp; Ultrasonic Sensors ➔ Georeferenced Potential Stream ➔ Electrochemical Corrosion Modeling ➔ Automated Rectifier Voltage Actuation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TerraCorroGuard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TERRACORROGUARD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TerraCorroGuard: Cathodic Protection (CP) &amp; Electrochemical Corrosion Telemetry Platform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““Cathodic protection and corrosion telemetry — automating instant-off PSP surveys and extending pipeline lifespans by decades.””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TerraCorroGuard provides comprehensive remote monitoring of buried pipelines and critical structural assets to prevent electrochemical metal corrosion. It automates Pipe-to-Soil Potential (PSP) logging, synchronous GPS instant-off surveys, transformer rectifier (TR) tracking, and AC/DC stray current interference mitigation.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CORROSION RATE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mils/year 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ER / LPR SENSORS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Dual-Channel Probes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CATHODIC POTENTIAL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-850mV CSE Nominal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ASSET LIFESPAN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+35% Extended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TERRACORROGUARD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TerraCorroGuard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corroguard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TERRACORROGUARD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TerraCorroGuard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PSP &amp; Instant-Off Telemetry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Automated pipe-to-soil potential logging and transformer rectifier (TR) tracking via satellite/cellular.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AC/DC Interference Mitigation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Rapid identification of AC induced currents from overhead power lines and stray DC currents.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NACE Compliance Analytics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Automated polarization audit logs and sacrificial anode consumption tracking adhering to NACE SP0169.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GIS Route Mapping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Visualizes color-coded cathodic protection status directly on high-resolution GIS 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TERRACORROGUARD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PRODUCTIVITY &amp; ASSET LIFESPAN EXTENSION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Productivity &amp; Asset Lifespan Extension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Extends buried cross-country pipeline lifespans by decades and prevents environmental spills through continuous cathodic protection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REDUCED MANPOWER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Reduced Manpower (PSP &amp; Instant-Off Telemetry)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Automated pipe-to-soil potential logging and transformer rectifier (TR) tracking eliminates manual survey trips.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QA &amp; SAFETY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QA &amp; Safety (Interference Mitigation)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Rapid identification of AC induced currents from overhead power lines and stray DC mitigation.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COMPLIANCE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Compliance (NACE Compliance Analytics)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Automated polarization audit logs and sacrificial anode consumption tracking conforming to NACE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TERRACORROGUARD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TERRACORROGUARD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CP technicians spend months driving along thousands of kilometers of rough terrain to manually measure test coupons.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Automated remote test posts transmitting synchronized PSP readings daily over satellite or cellular networks.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Manual voltage readings contain IR drop errors, giving false confidence in pipeline protection.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Synchronized GPS current interruption measuring true polarized instant-off potentials with zero IR error.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Stray AC currents from parallel high-voltage transmission lines go unnoticed until pipe walls perforate.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High-speed AC voltage and current density logging with automated mitigation switchgear triggers.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TERRACORROGUARD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Cathodic Protection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Distributed acquisition from cathodic protection (CP) rectifiers, electrical resistance (ER) corrosion probes, and ultrasonic wall thickness sensors.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NACE SP0169 / ISO 15589-1</a:t>
            </a:r>
            <a:br/>
            <a:r>
              <a:t> • Cellular / Satellite IoT</a:t>
            </a:r>
            <a:br/>
            <a:r>
              <a:t> • Modbus over Radio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Georeferenced Pipeline Stream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Low-power telemetry buffering, GPS-synchronized pipe-to-soil potential sampling, and high-impedance polarization curve buffering.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Georeferenced Stream</a:t>
            </a:r>
            <a:br/>
            <a:r>
              <a:t> • Pipe-to-Soil Potential Bus</a:t>
            </a:r>
            <a:br/>
            <a:r>
              <a:t> • Low-Power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Electrochemical Corrosion AI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Dynamic soil resistivity modeling, localized pitting corrosion rate estimation, coupon polarization decay analysis, and remaining pipeline life forecasting.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Electrochemical AI</a:t>
            </a:r>
            <a:br/>
            <a:r>
              <a:t> • Pitting Risk Model</a:t>
            </a:r>
            <a:br/>
            <a:r>
              <a:t> • Pipeline RUL Forecasting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Rectifier &amp; GIS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Closed-loop cathodic rectifier voltage adjustments, automated pipeline dig verification work orders, and ANSI/ISA-101 GIS corrosion dashboards.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Rectifier Voltage Control</a:t>
            </a:r>
            <a:br/>
            <a:r>
              <a:t> • Pipeline Dig Work Orders</a:t>
            </a:r>
            <a:br/>
            <a:r>
              <a:t> • ISA-101 GIS Cockpit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CP Rectifier &amp; Ultrasonic Sensors ➔ Georeferenced Potential Stream ➔ Electrochemical Corrosion Modeling ➔ Automated Rectifier Voltage Actuation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TERRACORROGUARD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(TERRACORROGUARD)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TerraCorroGuard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