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TERRAGRIDG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GRIDS &amp; UTILITIES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TerraGridG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City Gas Distribution, Custody Transfer &amp; Pipeline Safety Platform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Modbus RTU / Enron Modbus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City Gas Distribution, Custody Transfer &amp; Pipeline Safety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GAS PIPELINE CODE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ASME B31.8 / AGA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PRESSURE REGULATION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±0.05 bar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ODORIZATION SYNC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Online PPM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COMPRESSOR EFFICIENCY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88.2% Optimal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TERRAGRIDG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TERRAGRIDG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Station Control &amp; Telemetry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pressure, temperature, and odorant monitoring with automated emergency shut-off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Custody Flow Analytics (EVC)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Electronic volume correction (EVC) and integrated gas chromatography logging conforming to AGA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Rupture &amp; Overpressure Safety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Algorithmic gas balance models detecting micro-leaks and line pressure drops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Zone-1 Flameproof Edge RTUs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Hardware designs certified for ATEX and IECEx hazardous environments with solar battery backups.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TERRAGRIDG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TERRAGRIDG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 &amp; CUSTODY PRECISION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&amp; Custody Precision (EVC &amp; GC Integration)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Electronic volume correction (EVC) and integrated gas chromatography logging compute standard volume flow per AGA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SAFETY &amp; ASSET PROTECTION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Safety &amp; Asset Protection (Rupture &amp; Overpressure Safety)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Algorithmic gas balance models detect micro-leaks and trip emergency shut-off valves in under 500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(Automated Station Control &amp; Odorant Telemetry)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pressure, temperature, and mercaptan odorant monitoring guarantee statutory gas safety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TERRAGRIDG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TERRAGRIDG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TERRAGRIDG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Monthly manual reconciliation of gas volume differences between supplier city gate and consumer 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Real-time continuous reconciliation comparing line pack, temperature/pressure corrected volumes, and deliveries.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Slow identification of pipeline ruptures resulting in hazardous gas clouds and environmental damage.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Algorithmic rate-of-pressure-drop (RoP) detection that trips emergency shut-off valves in under 500 milliseconds.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Manual smell checks to verify gas odorization levels across remote distribution skids.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Automated telemetry of mercaptan injection pumps, gas chromatography, and electronic sniffer sensors.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TerraGridG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TERRAGRIDG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TERRAGRIDG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Fiscal Flow &amp; Gas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Industrial acquisition from gas chromatographs, Coriolis mass flowmeters, ultrasonic fiscal meters, and pipeline pressure transmitters.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Fiscal Metering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Real-time calorific value calculation, high-pressure gas gradient buffering, and acoustic transient leak wave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Gas Hydraulics &amp; Leak AI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Non-steady state gas transient hydraulics, acoustic frequency wave localization, linepack inventory forecasting, and gas quality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Pressure &amp; SSV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Closed-loop pilot regulator setpoint modulation, emergency slam-shut valve (SSV) interlocks, and ANSI/ISA-101 city gate control consoles.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TERRAGRIDG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TERRAGRIDG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Modbus RTU / Enron Modbus.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TerraGridG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(TERRAGRIDG)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