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TERRAALARM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PLANT ENGINEERING &amp; TWINS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TerraAlarm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ISA 18.2 Enterprise Alarm Lifecycle &amp; Chattering Suppression Engine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ISA 18.2 / EEMUA 191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ISA 18.2 Enterprise Alarm Lifecycle &amp; Chattering Suppression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ALARM MANAGEMENT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EEMUA 191 / ISA-18.2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CHATTERING SUPPRESSION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99.2% Cleansed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ROOT CAUSE TRACE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Bayesian Directed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OPERATOR LOAD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&lt; 1 Alarm / 10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TERRAALARM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TERRAALARM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Alarm Lifecycle Management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Configurable alarm generation, prioritization, acknowledgment, shelving, suppression, escalation, and closure.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Event Correlation &amp; SOE Synchronization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Centralized event correlation with synchronized timestamps for Sequence of Events (SOE) disturbance investigation.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Chattering Alarm Detection &amp; Suppression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Detects rapid oscillatory alarms and automatically applies deadbands or temporary shelving.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Enterprise High-Throughput Event Core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Enterprise architecture with dedicated tenant data segregation, secure multi-tenant access, and deterministic real-time event streaming.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TERRAALARM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TERRAALARM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PRODUCTIVITY &amp; SAFETY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Productivity &amp; Safety (Alarm Lifecycle Management)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Configurable alarm generation, prioritization, acknowledgment, shelving, suppression, escalation, and closure conforming to ISA 18.2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 &amp; FORENSICS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&amp; Forensics (Event Correlation &amp; SOE)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Centralized event correlation with synchronized microsecond timestamps for Sequence of Events (SOE) analysis and fast disturbance investigation.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EFFICIENCY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Efficiency (Alarm Analytics &amp; Chattering Suppression)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Automated alarm trending, chattering alarm detection, nuisance alarm pattern analysis, and dynamic alarm flood suppression.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TERRAALARM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TERRAALARM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TERRAALARM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Hundreds of alarms firing every minute during a trip, overwhelming operators into cognitive paralysis.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Dynamic state-based shelving and alarm suppression isolating the single initiating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Chattering alarms flickering due to bad sensor wiring or loose thresholds left unaddressed for months.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Automated chattering detection algorithms with automated deadband adjustments and health flagging.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Alarms with cryptic 8-character tag names and zero actionable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Context-rich alarm cards with verified Standard Operating Procedures (SOPs) and 1-click mitigation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TerraAlarm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TERRAALARM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TERRAALARM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Alarm &amp; SOE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Sub-millisecond alarm acquisition from substation IEDs, DCS controllers, safety interlocks, and sequence of events (SOE) recorders.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Microsecond Event Stamping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GPS/IRIG-B synchronized microsecond timestamp correlation, high-throughput alarm event buffering, and deduplication fabric.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Flood Suppression Core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Dynamic alarm chatter suppression, state-based alarm masking, root-cause propagation trees, and ANSI/ISA 18.2 / EEMUA 191 KPIs.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Operator Shelving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Dynamic alarm priority gating, automated operator shelving workflows, SIL-3 2oo3 interlock audits, and ISA-101 alarm summary banners.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TERRAALARM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TERRAALARM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ISA 18.2 / EEMUA 191.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TerraAlarm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(TERRAALARM)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