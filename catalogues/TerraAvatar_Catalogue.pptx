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PLANT ENGINEERING &amp; TWINS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TerraAvatar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Top-Down AI Plant Engineering &amp; Full Lifecycle Digital Twin Suite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ASME V&amp;V Standards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Top-Down AI Plant Engineering &amp; Full Lifecycle Digital Twin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DIGITAL TWIN V&amp;V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ASME V&amp;V 1-5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SIMULATION ACCURACY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99.98% Converged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PHYSICS COUPLING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1D/3D CFD Thermo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DETERMINISTIC STEP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10 ms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TERRAAVATAR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Asset Dossiers &amp; Faceplate Generation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Automatically compiles standardized Asset Dossiers, technical faceplates, and metadata models for every piece of machinery.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ASME V&amp;V Computational Verification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Multi-tier Verification and Validation ensuring simulation models accurately predict real physical plant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Automated Safety &amp; Interlock Logic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Generates verified safety shutdown logic and interlock matrices ready to flash into industrial safety PLCs.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End-to-End Lifecycle Continuity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The exact same model serves as the engineering blueprint, virtual commissioning testbed, and live operational twin.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TERRAAVATAR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(35% to 50% Commissioning Cycle Cut)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Simulates all plant interlocks, piping routes, and electrical sequencing virtually before physical installation, cutting on-site commissioning time in half.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(ASME V&amp;V Computational Verification)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Rigorous verification across mass/energy balance, thermodynamics, and structural safety ensuring 100% design-to-field parity. (Terra Aavtar ASME V&amp;V 1-5).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(Automated Engineering Dossier Synthesis)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Replaces months of manual drafting with automated generation of Asset Dossiers, Faceplates, and safety interlock matrices. (Terra Aavtar Asset Dossiers).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TERRAAVATAR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TERRAAVATAR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Civil, mechanical, electrical, and automation designs created in disconnected software with frequent clash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Unified generative platform where electrical, hydraulic, and civil constraints are resolved algorithmically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On-site commissioning plagued by wrong cable schedules, incorrect relay settings, and delayed field fixes.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Virtual commissioning with digital twins that simulate entire plant operations before equipment ships to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As-built documentation is out of date by the time the plant is commissioned.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Continuously updated digital twin that reflects every field engineering change order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TerraAvatar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TERRAAVATAR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Process Boundary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acquisition of stream compositions, operating pressures, temperatures, and mass flow rates across process battery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State Observer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Millisecond boundary condition streaming, dynamic sensor data reconciliation, and gross-error measurement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Thermodynamic Solver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Rigorous Equation-of-State (EOS) flash calculations, real-time kinetic reactor modeling, multi-component distillation hydraulics, and mass/energy balances.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ASME V&amp;V 40 Twin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ASME V&amp;V 40 credibility auditing, 3D interactive process cutaways, optimal operating envelope enforcement, and ANSI/ISA-101 digital twin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TERRAAVATAR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TERRAAVATAR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ASME V&amp;V Standards.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TerraAvatar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(TERRAAVATAR)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