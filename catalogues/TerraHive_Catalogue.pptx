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TERRAHIVE CATALOGUE  |  CONFIDENTIAL - AUTHORISED SYSTEM INTEGRATORS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0D4FF"/>
                </a:solidFill>
              </a:defRPr>
            </a:pPr>
            <a:r>
              <a:t>ENTERPRISE PRODUCT SPECIFICATION  |  AUTONOMOUS AI &amp; SWARMS</a:t>
            </a:r>
          </a:p>
          <a:p>
            <a:pPr>
              <a:spcAft>
                <a:spcPts val="600"/>
              </a:spcAft>
              <a:defRPr sz="4600" b="1">
                <a:solidFill>
                  <a:srgbClr val="FFFFFF"/>
                </a:solidFill>
              </a:defRPr>
            </a:pPr>
            <a:r>
              <a:t>TerraHive</a:t>
            </a:r>
          </a:p>
          <a:p>
            <a:pPr>
              <a:spcAft>
                <a:spcPts val="1200"/>
              </a:spcAft>
              <a:defRPr sz="1900" b="1">
                <a:solidFill>
                  <a:srgbClr val="F5C842"/>
                </a:solidFill>
              </a:defRPr>
            </a:pPr>
            <a:r>
              <a:t>Enterprise-Grade Multi-Agent Swarm Orchestration System</a:t>
            </a:r>
          </a:p>
          <a:p>
            <a:pPr>
              <a:spcAft>
                <a:spcPts val="1200"/>
              </a:spcAft>
              <a:defRPr sz="1400">
                <a:solidFill>
                  <a:srgbClr val="C8D8F0"/>
                </a:solidFill>
              </a:defRPr>
            </a:pPr>
            <a:r>
              <a:t>Industrial Protocol: Agent Swarm Protocol    |    Domain Architecture: Terrestrial Deterministic Edge Core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Enterprise-Grade Multi-Agent Swarm Orchestration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DECENTRALIZED MESH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Zero Single-Point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CONSENSUS PROTOCOL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Raft / Industrial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FAILOVER WINDOW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&lt; 200 ms Edge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ACTIVE NODES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256 Auto-Synced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TERRAHIVE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Core Functional Deliverables &amp; Architectural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TERRAHIVE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01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Decentralized Swarm Architecture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Specialized autonomous agents for diagnostics, maintenance coordination, and dispatch optimization.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02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Dynamic Consensus Engine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AI-driven cross-departmental negotiation based on real-time operational constraints.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03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Audited Governance &amp; Traceability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Comprehensive action logging, deterministic execution tracing, and human-in-the-loop permission gates.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04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Deterministic Swarm State Machine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Autonomous state engine managing agent goals, collaborative sessions, tools, operational memories, and reflection loops.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TERRAHIVE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Field-Validated Operational Use Cases &amp; Quantifiable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TERRAHIVE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REDUCED MANPOWER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Reduced Manpower (Decentralized Swarm Coordination)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Specialized agents for diagnostics, maintenance coordination, and dispatch optimization collaborate automatically.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EFFICIENCY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Efficiency (Dynamic Consensus Negotiation)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AI-driven cross-departmental negotiation resolves trade-offs between production throughput and power tariffs.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QA &amp; COMPLIANCE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QA &amp; Compliance (Audited Governance)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Comprehensive action logging and human-in-the-loop permission gates with complete state tracing.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TERRAHIVE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Competitive Advantage: Terrestrial Platform vs. Legacy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TERRAHIVE CATALOGUE  |  CONFIDENTIAL - AUTHORISED SYSTEM INTEGRATORS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502920"/>
          </a:xfrm>
          <a:prstGeom prst="rect">
            <a:avLst/>
          </a:prstGeom>
          <a:solidFill>
            <a:srgbClr val="280F14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5555"/>
                </a:solidFill>
              </a:defRPr>
            </a:pPr>
            <a:r>
              <a:t>TRADITIONAL LEGACY SCADA / SILOED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12080" cy="502920"/>
          </a:xfrm>
          <a:prstGeom prst="rect">
            <a:avLst/>
          </a:prstGeom>
          <a:solidFill>
            <a:srgbClr val="0A2D3C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0D4FF"/>
                </a:solidFill>
              </a:defRPr>
            </a:pPr>
            <a:r>
              <a:t>TERRAHIVE TERRESTRIAL PLATFORM ADVANTAGE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Maintenance, operations, and procurement teams communicate via emails, spreadsheets, and delayed meetings.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4028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Autonomous agents negotiate constraints instantly across departments in real-time consensus rounds.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Static maintenance schedules that either over-service assets or miss sudden accelerated wear.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9184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Dynamic dispatch balancing asset wear, fuel costs, market prices, and inventory availability.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Black-box decisions with no traceability or compliance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4340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Audited cryptographic consensus log with configurable human-in-the-loop authorization gates.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Static high/low threshold alarms trigger only after physical process degradation has occurred.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539496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TerraHive physics-informed models forecast multi-variable trajectories up to 72 hours in advance.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TERRAHIVE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End-to-End System Architecture &amp; Real-Time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TERRAHIVE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01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Distributed Agent Ingestion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High-throughput ingestion connecting autonomous departmental agent streams, ERP transactions, operational event queues, and SCADA state tags.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02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Swarm State Convergence Bus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Low-latency consensus broadcast fabric, distributed memory synchronization, and deterministic state-machine transaction sequencing.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03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Swarm Consensus Core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Game-theoretic multi-agent negotiation, cross-departmental constraint arbitration, dynamic goal decomposition, and autonomous policy synthesis.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04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Autonomous Dispatch Cockpit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Automated cross-system work order dispatch, autonomous operational setpoint execution, and ANSI/ISA-101 human-in-the-loop supervisor consoles.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TERRAHIVE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System Integrator Deployment Playbook &amp; Commercial Enablement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TERRAHIVE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01 | CONNECTIVITY &amp; AUDIT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Zero Rip-and-Replace Onboarding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Deploy edge container onto existing industrial PC or VM. Connect to plant DCS/PLCs via Agent Swarm Protocol. Ingest and normalize all telemetry in under 48 hours without halting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02 | TWIN CALIBRATION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Physics-Model Synchronization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Feed historical historian data into TerraHive models. Automatically build directed causal relationship graphs, calibrate thermodynamics/kinematics, and train edge neural operators.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03 | AUTONOMOUS GO-LIVE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Closed-Loop Setpoint Actuation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Transition from advisory warnings to sub-25ms supervisory actuation. Sync alarm suppressions with plant operators and link work orders into SAP/ERP for verifiable recurring ROI.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698480" cy="1188720"/>
          </a:xfrm>
          <a:prstGeom prst="roundRect">
            <a:avLst/>
          </a:prstGeom>
          <a:solidFill>
            <a:srgbClr val="0C1C34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COMMERCIAL VALUE PROPOSITION FOR SYSTEM INTEGRATORS (TERRAHIVE)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High recurring annual software margins (ARR)  |  Turnkey deployment in days, not months  |  Full co-selling &amp; pre-sales engineering support  |  Certified partner portal at platform.tpcloud.tech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