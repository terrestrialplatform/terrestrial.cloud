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TERRESTRIAL PLATFORM™ | AUTONOMOUS AI &amp; SWARMS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TerraAI : Enterprise Product Catalogue</a:t>
            </a:r>
          </a:p>
          <a:p>
            <a:pPr>
              <a:defRPr sz="1600">
                <a:solidFill>
                  <a:srgbClr val="C8D8F0"/>
                </a:solidFill>
              </a:defRPr>
            </a:pPr>
            <a:r>
              <a:t>Autonomous Industrial Intelligence &amp; Physics-Informed Predictive Operations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