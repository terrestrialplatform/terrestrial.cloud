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2689B-CEAB-8D7E-AE5E-F133865581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E4D9D-E243-13E0-514C-4F65ADA31A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88D82-35FF-E621-37FF-F171B05A1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EBC1D-BD25-4CB9-84B6-78D3FC57EA8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EDA37-6FDA-3069-F37C-2B203976A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2C2D8-87EB-AEA4-B300-849BDCF85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5179B-8B9C-479C-A12E-23B7A2AEF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31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AD4F4-5FBA-6DF1-6749-CE8EE436F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82EE9-055F-774E-B267-D21ABD02A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89FB3-0F98-82D7-3B26-35602C030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EBC1D-BD25-4CB9-84B6-78D3FC57EA8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7114D-5FEE-B21A-2FFD-73F7D9A2D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87BFE-090E-E1C5-C470-56A71A0CE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5179B-8B9C-479C-A12E-23B7A2AEF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402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400D3-9B99-89F9-C232-F25CDE72B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87799-3125-115F-5552-4BDDEB6DF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D0A84-B6F6-D070-EF5C-60ADE9317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EBC1D-BD25-4CB9-84B6-78D3FC57EA8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0E9C8-9F1C-265F-6A0E-3BB089F70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996C8-B89E-E61B-4D03-FB4445370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5179B-8B9C-479C-A12E-23B7A2AEF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00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DD252-150C-F8C0-DF34-11E361C03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170D9-AEE0-BF86-A253-21BEE7340A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4CA68C-43F6-78E1-B921-E9E01D99F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649AD-5C93-8612-487A-FA61772AA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EBC1D-BD25-4CB9-84B6-78D3FC57EA8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430EE6-7416-B4C7-B672-5032EC33D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AD00-7A39-6DD6-46A1-E4482C2EB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5179B-8B9C-479C-A12E-23B7A2AEF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52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390E4-6642-477E-6266-FF0062381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7985AB-8C10-19C1-0394-4BE8D260C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D9B06-DF84-F74B-3715-444BA54A8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40FBD3-2E0B-A4EE-42A0-B6B4AF1263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04F898-610D-69F5-EA5B-6310C75247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E59277-9EF8-67B9-CD8F-E58117FA5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EBC1D-BD25-4CB9-84B6-78D3FC57EA8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F8F3F4-711F-FE39-98D6-69065038C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F88F02-97FC-1D57-0100-10FDFD009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5179B-8B9C-479C-A12E-23B7A2AEF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062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53962-B3EE-FA41-879F-593B01F74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CE0E72-A5D4-459B-33E0-5853C61CA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EBC1D-BD25-4CB9-84B6-78D3FC57EA8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FAEFF5-519A-B116-8897-4F13968D1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0D75F-4B79-D986-7E13-A41337438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5179B-8B9C-479C-A12E-23B7A2AEF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53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4ADE04-5CD8-F246-2902-0362BC9B6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EBC1D-BD25-4CB9-84B6-78D3FC57EA8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EA534B-A2BF-B76D-78FE-393ECAAA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D3A37-4356-CA3F-1D73-8DF30C0E3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5179B-8B9C-479C-A12E-23B7A2AEF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76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51EF-A7F1-4F7E-CD5B-0B3B08584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6F2FC-7B2B-B188-F75E-0D8469954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6F3632-E4D0-4547-2251-A31D6CF90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A16D09-80A0-5F1B-AD37-31B6CACF4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EBC1D-BD25-4CB9-84B6-78D3FC57EA8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03B4F-2440-DEF8-F69F-3C75F52E5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CA0627-0EC4-7E3A-E3CD-570E1A309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5179B-8B9C-479C-A12E-23B7A2AEF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47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40A46-D14B-E9E4-5FBF-1C1729DCE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BFFFB6-6E0E-15C5-3AB8-D8927271BEF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59A393-47AA-AD5B-3924-A2158CD0C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5CF7C-D837-E973-F9E6-A54766DCF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EBC1D-BD25-4CB9-84B6-78D3FC57EA8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D5847-7BEC-6486-43E3-77026132A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B3DF2-05E3-8FE2-C28E-F09E30E24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5179B-8B9C-479C-A12E-23B7A2AEF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67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FAF8F-1D1B-4F95-480F-577B08B94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ACE74C-D77B-597E-A0CC-303209EC2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5D5B9-85E4-4C0A-A564-0D5A136C4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EBC1D-BD25-4CB9-84B6-78D3FC57EA8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F9957-8DA8-5614-5482-42716D7E5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44ED1-7AB5-24F0-59EA-A7F69A5B9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5179B-8B9C-479C-A12E-23B7A2AEF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463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8F016B-ED66-CC2D-3612-C13D49F1F2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A29B13-87C3-2FC6-6EC3-422CF2CE3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1396E-5996-F489-9203-E9B2DCCFF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EBC1D-BD25-4CB9-84B6-78D3FC57EA8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FC4F2-6C93-5C98-29C8-3EFCF69AC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F99B9-B683-83DC-679F-3944840C7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5179B-8B9C-479C-A12E-23B7A2AEF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2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69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F07062-AC6D-3E07-9BC4-8A141D7F2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76F3C-8064-3893-DCEC-48C4FF0B9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E477B-F52F-BA6B-FC0E-D3A545C915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CEBC1D-BD25-4CB9-84B6-78D3FC57EA8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14413-2BE4-43C8-6C35-2FB52E9425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4BE5F-0B1C-FA64-A1FB-00DE93706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95179B-8B9C-479C-A12E-23B7A2AEF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71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420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342900" rtl="0" eaLnBrk="1" latinLnBrk="0" hangingPunct="1">
        <a:spcBef>
          <a:spcPct val="20000"/>
        </a:spcBef>
        <a:buFont typeface="Arial" panose="020B0604020202020204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 panose="020B0604020202020204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 panose="020B0604020202020204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DE1B9-5D3E-2B3E-BC0C-441987A4D6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FBFFBF-A6B4-1358-7584-C108A2E739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B1DD60F-60EF-B22C-EA19-9C5A346E4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0"/>
            <a:ext cx="9296399" cy="685799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6456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69770" y="1117855"/>
            <a:ext cx="2731966" cy="403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342900">
              <a:defRPr sz="2700" b="1">
                <a:solidFill>
                  <a:srgbClr val="1E2A38"/>
                </a:solidFill>
                <a:latin typeface="Times New Roman" panose="02020603050405020304"/>
              </a:defRPr>
            </a:pPr>
            <a:r>
              <a:rPr sz="2025" b="1" dirty="0">
                <a:solidFill>
                  <a:srgbClr val="F8FAFC"/>
                </a:solidFill>
                <a:latin typeface="Times New Roman" panose="02020603050405020304"/>
              </a:rPr>
              <a:t>GLOBAL PRESENCE</a:t>
            </a:r>
            <a:endParaRPr sz="2025" b="1" dirty="0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83487" y="1488186"/>
            <a:ext cx="2720617" cy="2254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342900">
              <a:defRPr sz="1150">
                <a:solidFill>
                  <a:srgbClr val="5F6C79"/>
                </a:solidFill>
                <a:latin typeface="Times New Roman" panose="02020603050405020304"/>
              </a:defRPr>
            </a:pPr>
            <a:r>
              <a:rPr sz="865">
                <a:solidFill>
                  <a:srgbClr val="F8FAFC"/>
                </a:solidFill>
                <a:latin typeface="Times New Roman" panose="02020603050405020304"/>
              </a:rPr>
              <a:t>Key countries across Europe, the Middle East and Africa</a:t>
            </a:r>
            <a:endParaRPr sz="865">
              <a:solidFill>
                <a:srgbClr val="F8FAFC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901190" y="1920240"/>
            <a:ext cx="8387334" cy="360045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>
                <a:latin typeface="Times New Roman" panose="02020603050405020304"/>
              </a:defRPr>
            </a:pPr>
            <a:endParaRPr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Picture 5" descr="global_presence_map_eur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191" y="1920240"/>
            <a:ext cx="8229601" cy="36004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017776" y="5602986"/>
            <a:ext cx="857250" cy="233172"/>
          </a:xfrm>
          <a:prstGeom prst="round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 sz="950" b="1">
                <a:solidFill>
                  <a:srgbClr val="374350"/>
                </a:solidFill>
                <a:latin typeface="Times New Roman" panose="02020603050405020304"/>
              </a:defRPr>
            </a:pPr>
            <a:r>
              <a:rPr sz="715" b="1">
                <a:solidFill>
                  <a:prstClr val="black"/>
                </a:solidFill>
                <a:latin typeface="Times New Roman" panose="02020603050405020304"/>
              </a:rPr>
              <a:t>Europe</a:t>
            </a:r>
            <a:endParaRPr sz="715" b="1">
              <a:solidFill>
                <a:prstClr val="black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957321" y="5602986"/>
            <a:ext cx="973836" cy="233172"/>
          </a:xfrm>
          <a:prstGeom prst="round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 sz="950" b="1">
                <a:solidFill>
                  <a:srgbClr val="374350"/>
                </a:solidFill>
                <a:latin typeface="Times New Roman" panose="02020603050405020304"/>
              </a:defRPr>
            </a:pPr>
            <a:r>
              <a:rPr sz="715" b="1">
                <a:solidFill>
                  <a:prstClr val="black"/>
                </a:solidFill>
                <a:latin typeface="Times New Roman" panose="02020603050405020304"/>
              </a:rPr>
              <a:t>Armenia</a:t>
            </a:r>
            <a:endParaRPr sz="715" b="1">
              <a:solidFill>
                <a:prstClr val="black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013454" y="5602986"/>
            <a:ext cx="720090" cy="233172"/>
          </a:xfrm>
          <a:prstGeom prst="round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 sz="950" b="1">
                <a:solidFill>
                  <a:srgbClr val="374350"/>
                </a:solidFill>
                <a:latin typeface="Times New Roman" panose="02020603050405020304"/>
              </a:defRPr>
            </a:pPr>
            <a:r>
              <a:rPr sz="715" b="1">
                <a:solidFill>
                  <a:prstClr val="black"/>
                </a:solidFill>
                <a:latin typeface="Times New Roman" panose="02020603050405020304"/>
              </a:rPr>
              <a:t>UAE</a:t>
            </a:r>
            <a:endParaRPr sz="715" b="1">
              <a:solidFill>
                <a:prstClr val="black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815840" y="5602986"/>
            <a:ext cx="754380" cy="233172"/>
          </a:xfrm>
          <a:prstGeom prst="round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 sz="950" b="1">
                <a:solidFill>
                  <a:srgbClr val="374350"/>
                </a:solidFill>
                <a:latin typeface="Times New Roman" panose="02020603050405020304"/>
              </a:defRPr>
            </a:pPr>
            <a:r>
              <a:rPr sz="715" b="1">
                <a:solidFill>
                  <a:prstClr val="black"/>
                </a:solidFill>
                <a:latin typeface="Times New Roman" panose="02020603050405020304"/>
              </a:rPr>
              <a:t>Oman</a:t>
            </a:r>
            <a:endParaRPr sz="715" b="1">
              <a:solidFill>
                <a:prstClr val="black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52516" y="5602986"/>
            <a:ext cx="857250" cy="233172"/>
          </a:xfrm>
          <a:prstGeom prst="round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 sz="950" b="1">
                <a:solidFill>
                  <a:srgbClr val="374350"/>
                </a:solidFill>
                <a:latin typeface="Times New Roman" panose="02020603050405020304"/>
              </a:defRPr>
            </a:pPr>
            <a:r>
              <a:rPr sz="715" b="1">
                <a:solidFill>
                  <a:prstClr val="black"/>
                </a:solidFill>
                <a:latin typeface="Times New Roman" panose="02020603050405020304"/>
              </a:rPr>
              <a:t>Kenya</a:t>
            </a:r>
            <a:endParaRPr sz="715" b="1">
              <a:solidFill>
                <a:prstClr val="black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423547" y="5609845"/>
            <a:ext cx="707245" cy="1905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defTabSz="342900">
              <a:defRPr sz="850">
                <a:solidFill>
                  <a:srgbClr val="78828C"/>
                </a:solidFill>
                <a:latin typeface="Times New Roman" panose="02020603050405020304"/>
              </a:defRPr>
            </a:pPr>
            <a:r>
              <a:rPr sz="640">
                <a:solidFill>
                  <a:srgbClr val="F8FAFC"/>
                </a:solidFill>
                <a:latin typeface="Times New Roman" panose="02020603050405020304"/>
              </a:rPr>
              <a:t>5 key locations</a:t>
            </a:r>
            <a:endParaRPr sz="640">
              <a:solidFill>
                <a:srgbClr val="F8FAFC"/>
              </a:solidFill>
              <a:latin typeface="Aptos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5974" y="200000"/>
            <a:ext cx="552027" cy="4356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20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Times New Roman</vt:lpstr>
      <vt:lpstr>Office Theme</vt:lpstr>
      <vt:lpstr>5_Office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savan.tripathi savan.tripathi</dc:creator>
  <cp:lastModifiedBy>savan.tripathi savan.tripathi</cp:lastModifiedBy>
  <cp:revision>2</cp:revision>
  <dcterms:created xsi:type="dcterms:W3CDTF">2026-10-27T07:55:31Z</dcterms:created>
  <dcterms:modified xsi:type="dcterms:W3CDTF">2026-10-27T08:12:01Z</dcterms:modified>
</cp:coreProperties>
</file>