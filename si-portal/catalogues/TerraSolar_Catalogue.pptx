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VISION &amp; CLEAN ENERGY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TerraSolar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Utility-Scale Solar Fleet Performance Optimization &amp; Yield Management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LoRaWAN (Long-Range IoT)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Utility-Scale Solar Fleet Performance Optimization &amp; Yield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FLEET PR RATIO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82.4% Optimal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PLANT AVAILABILITY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96.5%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SMB TELEMETRY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LoRaWAN 868MHz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STRING JITTER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&lt; 1.2 ms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TERRASOLAR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Solar RMS Electrical Parameters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Monitors Grid Status, Inverter Status, Line Energy, Runtime, Power, Frequency, Line Voltage/Current, DC Voltage/Current, Irradiation, Ambient/Inverter Temp.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Capacity Utilization Factor (CUF) &amp; PR Engine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weather-corrected Performance Ratio (PR) and CUF benchmarking against theoretical irradiance curves.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ISA-18.2 Compliance Alarm Handling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Filters secondary nuisance alerts during grid disruptions, focusing operator attention strictly on critical inverter or transformer 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Attribute-Based Access Control (ABAC)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Dynamic access permissions evaluated by user role, structural attributes, and device location with encrypted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TERRASOLAR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(96.5% Plant Availability Milestone)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Achieved a 96.5% availability benchmark on a 250MW utility solar footprint by continuously scanning inverters and step-up transformers, eliminating generation field blind spots.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STRING-LEVEL ANOMALY DETECTION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String-Level Anomaly Detection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Continuous LoRaWAN monitoring paired with automated anomaly detection identifies minor string current drops instantly, eliminating string-level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(Workforce Multiplier Effect)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Consolidated 5 separate block control centers into 1 CMCS, removing redundant field staffing requirements and centralizing operations under a core engineering team.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TERRASOLAR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TERRASOLAR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Decentralized silos: five separate control rooms across blocks requiring redundant 24/7 technician shifts and manual paper log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Consolidated single Common Monitoring and Control Station (CMCS) with centralized domain expertise monitoring the entire 250MW footprint.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String-level blown fuses or dirt-induced dropouts go unnoticed for days until periodic manual testing is conducted.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Continuous LoRaWAN wireless tracking down to discrete DC string currents with automated anomaly detection triggering immediate tickets.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Fragmented communication networks unable to bridge field inverters, DLMS meters, and high-voltage grid substations.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Unified multi-protocol fabric combining OPC UA, Modbus, LoRaWAN, DLMS/COSEM, and IEC 61850 into ISA-101 compliant mimics.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TerraSolar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TERRASOLAR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Inverter &amp; Met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Multi-string telemetry acquisition connecting central inverters, tracker inclinometers, pyranometers, and meteorological weather stations.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Solar Edge Aggregation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Lossless high-frequency solar irradiance streaming, MPPT curve normalization, and sub-second tracker telemetry aggregation.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Yield &amp; Soiling Forecaster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Machine learning solar irradiance forecasting, drone thermography string degradation modeling, and dynamic soiling loss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Tracker &amp; Dispatch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Autonomous single-axis tracker backtracking angles, grid curtailment setpoint execution, and ANSI/ISA-101 solar plant cockpits.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TERRASOLAR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TERRASOLAR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LoRaWAN (Long-Range IoT).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TerraSolar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(TERRASOLAR)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