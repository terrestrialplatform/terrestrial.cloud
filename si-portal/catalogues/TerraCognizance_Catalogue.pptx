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TERRACOGNIZANCE CATALOGUE  |  CONFIDENTIAL - AUTHORISED SYSTEM INTEGRATORS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00D4FF"/>
                </a:solidFill>
              </a:defRPr>
            </a:pPr>
            <a:r>
              <a:t>ENTERPRISE PRODUCT SPECIFICATION  |  AUTONOMOUS AI &amp; SWARMS</a:t>
            </a:r>
          </a:p>
          <a:p>
            <a:pPr>
              <a:spcAft>
                <a:spcPts val="600"/>
              </a:spcAft>
              <a:defRPr sz="4600" b="1">
                <a:solidFill>
                  <a:srgbClr val="FFFFFF"/>
                </a:solidFill>
              </a:defRPr>
            </a:pPr>
            <a:r>
              <a:t>TerraCognizance</a:t>
            </a:r>
          </a:p>
          <a:p>
            <a:pPr>
              <a:spcAft>
                <a:spcPts val="1200"/>
              </a:spcAft>
              <a:defRPr sz="1900" b="1">
                <a:solidFill>
                  <a:srgbClr val="F5C842"/>
                </a:solidFill>
              </a:defRPr>
            </a:pPr>
            <a:r>
              <a:t>Enterprise Legal Cognizance &amp; Litigation Intelligence Platform (Graph-of-Thought RAG)</a:t>
            </a:r>
          </a:p>
          <a:p>
            <a:pPr>
              <a:spcAft>
                <a:spcPts val="1200"/>
              </a:spcAft>
              <a:defRPr sz="1400">
                <a:solidFill>
                  <a:srgbClr val="C8D8F0"/>
                </a:solidFill>
              </a:defRPr>
            </a:pPr>
            <a:r>
              <a:t>Industrial Protocol: Graph-of-Thought / RAG    |    Domain Architecture: Terrestrial Deterministic Edge Core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Enterprise Legal Cognizance &amp; Litigation Intelligence Platform (Graph-of-Thought RAG)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KNOWLEDGE VAULT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Graph-of-Thought RAG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EVIDENTIARY AUDIT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100% Provenance Citations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REASONING SPEED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Sub-Second GoT Synthesis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HALLUCINATION RATE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Zero Heuristic Bias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TERRACOGNIZANCE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Core Functional Deliverables &amp; Architectural Pillars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TERRACOGNIZANCE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01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Strategy Q&amp;A &amp; Legal Theory Simulation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Conducts deep conversational analysis across complex legal corpora and multi-jurisdictional precedents; stress-tests statutory defenses, evaluates judicial admissibility patterns, and calculates damages quantum with instant clause-level references.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02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Court Hearing Mode &amp; Live Rebuttal Cockpit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Ultra-fast, high-density courtroom cockpit providing instant counter-arguments, identifying adverse witness contradictions, and generating exact exhibit, page, and paragraph citations during live cross-examinations and hearings.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03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Graph-of-Thought Relational Knowledge Graph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Interconnects sprawling claims, evidence nodes, statutory doctrines, and prayers across 40,000+ matter filings into a unified relational topology, exposing hidden dependencies and corporate entity mappings with sub-50ms node traversal.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6908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04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Verifiable Evidentiary Provenance &amp; Audit Trail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Strict clause-level provenance verification ensures every assertion, summary, and rebuttal citation is directly anchored to verified court exhibits and statutory records, eliminating hallucinated references and ensuring 100% evidentiary defensibility.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TERRACOGNIZANCE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Field-Validated Operational Use Cases &amp; Quantifiable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TERRACOGNIZANCE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01568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COMMERCIAL LITIGATION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High-Stakes Commercial &amp; Shareholder Suits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Rapidly cross-references 40,000 pages of commercial agreements, emails, and board resolutions to expose shareholder agreement breaches, reconcile indemnity claims, and calculate damages quantum with zero evidentiary gaps.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645920"/>
            <a:ext cx="3401568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INTELLECTUAL PROPERTY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IP Infringement &amp; Trade Secret Misappropriation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Constructs precise forensic timelines of source code commits, non-disclosure agreements, and employee movements; maps patent claim charts directly to competitor product teardowns and deposition transcripts.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645920"/>
            <a:ext cx="3401568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ARBITRATION &amp; INFRASTRUCTURE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Arbitration &amp; Multi-Tier EPC Construction Disputes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Ingests complex FIDIC engineering contracts, variation orders, and site inspection diaries; automatically quantifies critical path delay claims and contractor liquidated damages reconciliations.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TERRACOGNIZANCE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Competitive Advantage: Terrestrial Platform vs. Legacy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TERRACOGNIZANCE CATALOGUE  |  CONFIDENTIAL - AUTHORISED SYSTEM INTEGRATORS ONLY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12080" cy="502920"/>
          </a:xfrm>
          <a:prstGeom prst="rect">
            <a:avLst/>
          </a:prstGeom>
          <a:solidFill>
            <a:srgbClr val="280F14"/>
          </a:solidFill>
          <a:ln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5555"/>
                </a:solidFill>
              </a:defRPr>
            </a:pPr>
            <a:r>
              <a:t>TRADITIONAL LEGACY SCADA / SILOED 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212080" cy="502920"/>
          </a:xfrm>
          <a:prstGeom prst="rect">
            <a:avLst/>
          </a:prstGeom>
          <a:solidFill>
            <a:srgbClr val="0A2D3C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00D4FF"/>
                </a:solidFill>
              </a:defRPr>
            </a:pPr>
            <a:r>
              <a:t>TERRACOGNIZANCE TERRESTRIAL PLATFORM ADVANTAGE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Vector chunking fractures sentences and multi-page contract clauses, resulting in lost contextual relationships and misleading snippet retrieval.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24028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Graph-of-Thought holistic node traversal preserves document hierarchies, cross-references, and structural relations across all matter filings.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Unverified generative systems produce plausible-sounding hallucinated legal citations and phantom contract provisions.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29184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Strict 100% BELONGS_TO provenance audit: every synthesis bullet is bound to exact document, page number, and paragraph coordinates.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4340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Keyword and semantic vector searches fail when parties, corporate subsidiaries, or witnesses are referenced by acronyms or aliases.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34340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Deterministic 4-level entity resolution cascade collapses aliases, misspellings, and subsidiary names into unified canonical identities.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9496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Static PDF viewing requires hours of manual cross-referencing and highlighter tagging during time-critical court hearings.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39496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Court Hearing Mode provides sub-second rebuttal synthesis and instant cross-examination cards triggered by live opposing arguments.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TERRACOGNIZANCE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End-to-End System Architecture &amp; Real-Time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TERRACOGNIZANCE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01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Multi-Modal Legal Ingestion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Direct multi-format legal ingestion aggregating pleadings, contracts, court exhibits, depositions, and transcripts with automated OCR normalization.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02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Deterministic Vault Stream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High-throughput canonical Markdown nodes, bidirectional link indexing, deterministic alias collapsing, and sub-50ms graph synchronization.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03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Graph-of-Thought Reasoning Core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Hybrid Personalized PageRank (PPR), dense vector retrieval, reciprocal rank fusion, and multi-turn autonomous tool synthesis.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04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Courtroom Cockpit &amp; Strategy Console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Live hearing rebuttal cards, clause-level citation drawer, human-in-the-loop Adjudicator review, and ANSI/ISA-101 litigation intelligence displays.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TERRACOGNIZANCE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System Integrator Deployment Playbook &amp; Commercial Enablement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TERRACOGNIZANCE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01568" cy="32004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PHASE 01 | CONNECTIVITY &amp; AUDIT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Zero Rip-and-Replace Onboarding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Deploy edge container onto existing industrial PC or VM. Connect to plant DCS/PLCs via Graph-of-Thought / RAG. Ingest and normalize all telemetry in under 48 hours without halting production.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645920"/>
            <a:ext cx="3401568" cy="32004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PHASE 02 | TWIN CALIBRATION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Physics-Model Synchronization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Feed historical historian data into TerraCognizance models. Automatically build directed causal relationship graphs, calibrate thermodynamics/kinematics, and train edge neural operators.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645920"/>
            <a:ext cx="3401568" cy="32004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PHASE 03 | AUTONOMOUS GO-LIVE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Closed-Loop Setpoint Actuation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Transition from advisory warnings to sub-25ms supervisory actuation. Sync alarm suppressions with plant operators and link work orders into SAP/ERP for verifiable recurring ROI.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10698480" cy="1188720"/>
          </a:xfrm>
          <a:prstGeom prst="roundRect">
            <a:avLst/>
          </a:prstGeom>
          <a:solidFill>
            <a:srgbClr val="0C1C34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COMMERCIAL VALUE PROPOSITION FOR SYSTEM INTEGRATORS (TERRACOGNIZANCE)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High recurring annual software margins (ARR)  |  Turnkey deployment in days, not months  |  Full co-selling &amp; pre-sales engineering support  |  Certified partner portal at platform.tpcloud.tech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