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TERRAPFD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PLANT ENGINEERING &amp; TWINS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TerraPFD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First-Principles Science-Grounded Process Flow Diagrams &amp; Balance Engine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ASME Steam Tables / NIST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First-Principles Science-Grounded Process Flow Diagrams &amp; Balance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REACTOR-01 MEB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100.0% Closed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CONSERVATION C/H2/O2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Nominal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ASME V&amp;V 20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Code V • Verified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EDGE SYNC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0.42 ms Jitter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TERRAPFD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TERRAPFD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Thermodynamic Balance Engine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Embedded thermodynamic property libraries for accurate real-time enthalpy, entropy, and vapor fraction calculations.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Mass &amp; Energy Balance Dossiers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Continuous tracking of mass and thermal balances across every branch of the plant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Direct Controller Mapping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Pre-built I/O bindings for seamless deployment to physical plant equipment and PLCs.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Fouling &amp; Degradation Tracking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Tracks heat transfer coefficients (U-values) over time to alert operators when heat exchanger tubes require cleaning.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TERRAPFD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TERRAPFD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EFFICIENCY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Efficiency (Mass &amp; Energy Balance Calculations)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Calculates real-time mass and thermal balances across condensers, heat exchangers, and distillation columns, uncovering energy losses. (Terra Aavtar Mass &amp; Energy Balance).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QA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QA (Thermodynamic Bottleneck Detection)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Detects hydraulic and thermal bottlenecks before physical equipment is fabricated, preventing cavitation and vapor-lock. (Terra Aavtar Thermodynamics).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PRODUCTIVITY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Productivity (Pre-Built Controller I/O Bindings)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Pre-mapped I/O tags allow process engineers to deploy validated setpoints straight to plant controllers with zero re-tagging.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TERRAPFD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TERRAPFD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TERRAPFD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PDF or AutoCAD drawings filed away in binders, disconnected from live operating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Living, interactive diagrams where stream temperatures, pressures, and enthalpies recalculate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Process bottlenecks only discovered after expensive equipment is fabricated and run on site.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Predictive hydraulic and thermal simulation discovering vapor-lock and pressure drop bottlenecks beforehand.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Operators lack visibility into unmetered streams and internal energy losses.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First-principles virtual metering calculating flow rates and enthalpies of unmetered intermediate streams.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high/low threshold alarms trigger only after physical process degradation has occurred.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TerraPFD physics-informed models forecast multi-variable trajectories up to 72 hours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TERRAPFD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TERRAPFD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P&amp;ID Instrument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Real-time acquisition connecting process transmitters (FT, PT, TT, LT), control valves, and process stream analyzer instrumentation across plant units.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Flowsheet Topology Stream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High-throughput flowsheet topology streaming, unit operation boundary condition buffering, and mass conservation balance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Rigorous Simulation Core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Equation-oriented flash distillation solvers, heat exchanger LMTD rating, control valve Cv sizing validation, and vapor-liquid equilibrium (VLE) curves.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Interactive PFD Cockpit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Real-time flowsheet topology navigation, control valve setpoint trim dispatch, and ANSI/ISA-101 interactive process flow diagram cockpits.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TERRAPFD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TERRAPFD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ASME Steam Tables / NIST.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TerraPFD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(TERRAPFD)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