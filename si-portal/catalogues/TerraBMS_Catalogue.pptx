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TERRABMS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SMART FACILITIES &amp; BMS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TerraBMS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Centralized Enterprise Building Management System &amp; BMS-Intel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BACnet/IP &amp; MS/TP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Centralized Enterprise Building Management System &amp; BMS-Intel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CHILLER EFFICIENCY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0.52 kW/TR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CSM PROTOCOL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BACnet IP / MSTP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TEMP REGULATION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±0.2°C Tight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HVAC SAVINGS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18-24% 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TERRABMS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TERRABMS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Chiller System Manager (CSM)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Coordinates chillers, cooling towers, and pumps to operate at optimal thermodynamic performance coefficients.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Air Handling Unit (AHU) Manager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Regulates variable air volume (VAV) dampers, static duct pressure, and fresh air mix for occupant comfort and efficiency.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Approach Optimizer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Implements strategies to optimize the temperature approach in chillers and cooling towers, preventing energy penalties.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Intelligent Multi-Mode Scheduler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Automates modes of operation for energy efficiencies such as Free Cooling, Economizer, and Boost Cooling.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TERRABMS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TERRABMS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EFFICIENCY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Efficiency (Primary &amp; Secondary Circuit Optimization)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Enhances the efficiency of primary cooling circuits and optimizes secondary cooling circuits for maximum energy savings and thermal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PRODUCTIVITY &amp; HEALTH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Productivity &amp; Health (AI in HVAC Systems &amp; IAQ)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BMS-intel integrates with HVAC systems to optimize temperature control, improve indoor air quality (IAQ), and lower maintenance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REDUCED MANPOWER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Reduced Manpower (Intelligent Multi-Mode Scheduling)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Intelligently schedules automated operational modes including Free Cooling, Economizer, and Boost Cooling based on ambient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TERRABMS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TERRABMS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TERRABMS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Fragmented vendor silos: HVAC, lighting, fire alarms, and access control operate on separate closed hardware platforms.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Centralized enterprise BMS unifying BACnet/IP, Modbus, LonWorks, and MQTT devices into a single accessible web console.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Fixed static timers running cooling and ventilation at full capacity in empty conference rooms and deserted halls.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AI models optimize temperature control, improve indoor air quality (IAQ), and adjust setpoints dynamically based on 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Chiller plants operate with uncoordinated primary and secondary circuits, wasting massive electrical power.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Deep thermodynamic Primary Circuit Optimizer, Secondary Circuit Optimizer, and Approach Optimizer.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TerraBMS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TERRABMS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TERRABMS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BACnet &amp; Field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Native multi-protocol telemetry acquisition from AHU controllers, VAV boxes, chilled water BTU meters, and indoor air quality sensors.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Smart Campus Edge Gateway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Continuous environmental data aggregation, room thermal gradient normalization, and deterministic HVAC controller polling.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IAQ &amp; Chiller Optimizer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Dynamic indoor air quality (IAQ) and thermal comfort predictive modeling, central chiller COP optimization, and Delta-T syndrome mitigation.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VAV &amp; Valve Actuation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Closed-loop VAV damper setpoint adjustment, variable chilled water valve modulation, and ANSI/ISA-101 building supervisory consoles.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TERRABMS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TERRABMS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BACnet/IP &amp; MS/TP.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TerraBMS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(TERRABMS)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