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</p:sldMasterIdLst>
  <p:sldIdLst>
    <p:sldId id="271" r:id="rId5"/>
    <p:sldId id="257" r:id="rId6"/>
    <p:sldId id="258" r:id="rId7"/>
    <p:sldId id="259" r:id="rId8"/>
    <p:sldId id="260" r:id="rId9"/>
    <p:sldId id="261" r:id="rId10"/>
    <p:sldId id="262" r:id="rId11"/>
    <p:sldId id="822" r:id="rId12"/>
    <p:sldId id="264" r:id="rId13"/>
    <p:sldId id="265" r:id="rId14"/>
    <p:sldId id="266" r:id="rId15"/>
    <p:sldId id="267" r:id="rId16"/>
    <p:sldId id="268" r:id="rId17"/>
    <p:sldId id="279" r:id="rId18"/>
    <p:sldId id="821" r:id="rId19"/>
    <p:sldId id="813" r:id="rId20"/>
    <p:sldId id="824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5EF"/>
    <a:srgbClr val="F9F5EC"/>
    <a:srgbClr val="F2F1EC"/>
    <a:srgbClr val="F0EEEA"/>
    <a:srgbClr val="EEE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4" d="100"/>
          <a:sy n="44" d="100"/>
        </p:scale>
        <p:origin x="94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04ED0-4AB6-424A-9205-10992C6B925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67DAD-00F3-45B5-AB04-13D311E0B85F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393" y="812800"/>
            <a:ext cx="13805017" cy="129393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393" y="2309934"/>
            <a:ext cx="13805017" cy="54116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8315" y="7844369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704ED0-4AB6-424A-9205-10992C6B925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395" y="7844369"/>
            <a:ext cx="8897154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18684" y="7844369"/>
            <a:ext cx="100472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6367DAD-00F3-45B5-AB04-13D311E0B85F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 panose="020B0603020202020204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5435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1945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1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205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3860" indent="-215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2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220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8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4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panose="05020102010507070707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337300" y="3962400"/>
            <a:ext cx="3581400" cy="3581400"/>
          </a:xfrm>
          <a:prstGeom prst="ellipse">
            <a:avLst/>
          </a:prstGeom>
          <a:solidFill>
            <a:srgbClr val="EEEFE9"/>
          </a:solidFill>
          <a:ln>
            <a:solidFill>
              <a:srgbClr val="F0EE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" name="Picture 3" descr="TP8-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0" y="4038600"/>
            <a:ext cx="2925445" cy="3125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399645" y="3480435"/>
            <a:ext cx="3272155" cy="2844165"/>
          </a:xfrm>
          <a:prstGeom prst="rect">
            <a:avLst/>
          </a:prstGeom>
          <a:solidFill>
            <a:srgbClr val="F2F1EC"/>
          </a:solidFill>
          <a:ln>
            <a:solidFill>
              <a:srgbClr val="F2F1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rra Edge-to-Cloud Nervous Syst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71875" cy="9161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4338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00"/>
            <a:ext cx="16256000" cy="894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rraAI Industrial Abundance Networ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495"/>
            <a:ext cx="16228695" cy="91205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brain_concept_with_logo_spa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75050" cy="9159875"/>
          </a:xfrm>
          <a:prstGeom prst="rect">
            <a:avLst/>
          </a:prstGeom>
        </p:spPr>
      </p:pic>
      <p:pic>
        <p:nvPicPr>
          <p:cNvPr id="5" name="Picture 4" descr="TP8-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260" y="3352800"/>
            <a:ext cx="2209165" cy="2360930"/>
          </a:xfrm>
          <a:prstGeom prst="rect">
            <a:avLst/>
          </a:prstGeom>
        </p:spPr>
      </p:pic>
    </p:spTree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Trebuchet MS</vt:lpstr>
      <vt:lpstr>Wingdings 2</vt:lpstr>
      <vt:lpstr>Microsoft YaHei</vt:lpstr>
      <vt:lpstr>Arial Unicode MS</vt:lpstr>
      <vt:lpstr>Calibri</vt:lpstr>
      <vt:lpstr>Calisto MT</vt:lpstr>
      <vt:lpstr>Office Theme</vt:lpstr>
      <vt:lpstr>5_Office Theme</vt:lpstr>
      <vt:lpstr>1_Slate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Yash Jani</cp:lastModifiedBy>
  <cp:revision>13</cp:revision>
  <dcterms:created xsi:type="dcterms:W3CDTF">2006-08-16T00:00:00Z</dcterms:created>
  <dcterms:modified xsi:type="dcterms:W3CDTF">2026-10-29T11:09:27Z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DFBE1D097DA24A6AA96F1A143B382FF0_12</vt:lpwstr>
  </property>
  <property fmtid="{D5CDD505-2E9C-101B-9397-08002B2CF9AE}" pid="3" name="KSOProductBuildVer">
    <vt:lpwstr>1033-12.1.0.29162</vt:lpwstr>
  </property>
</Properties>
</file>